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1" d="100"/>
          <a:sy n="91" d="100"/>
        </p:scale>
        <p:origin x="8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C006B-F58F-C6DE-2F88-8974BCA2AB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AB898B-14CD-1C95-358C-162F50829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6216B-3914-E4B9-D86E-B7A170365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4B81-7DEB-47C1-9394-2E9D1A49F0C8}" type="datetimeFigureOut">
              <a:rPr lang="en-MY" smtClean="0"/>
              <a:t>28-11-25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9C6BD-5DAC-321F-B457-E16156D66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4468B-4999-F404-9FC6-3D053C04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5DEE-AADB-4AC3-8A17-4FF0094048F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23621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72908-BCAE-FB39-98CB-22A754D450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BCCF5-8F2A-8B59-19F6-5E1090476E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7E66D-01E1-4496-6D74-FBA1E75FC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4B81-7DEB-47C1-9394-2E9D1A49F0C8}" type="datetimeFigureOut">
              <a:rPr lang="en-MY" smtClean="0"/>
              <a:t>28-11-25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0C172-BAA0-7C07-5366-EE5F363BB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F85CD4-468B-9C7F-0D78-6D3D49311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5DEE-AADB-4AC3-8A17-4FF0094048F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74704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7C9E4-0389-D0FA-8F20-E8E1BB71FD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C94130-765B-7ABC-B0E4-B7D98D5FFB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BD7F0E-A2A6-8A00-9570-882FAAAA5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4B81-7DEB-47C1-9394-2E9D1A49F0C8}" type="datetimeFigureOut">
              <a:rPr lang="en-MY" smtClean="0"/>
              <a:t>28-11-25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B1B98-D79A-9EE9-12D6-C1037C49E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C1A69C-CA97-6E7A-4041-0458AF7F34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5DEE-AADB-4AC3-8A17-4FF0094048F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86402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239E9-2D8B-8D8C-D985-ACF667099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A5764-DADF-3F7E-765A-9304EBA7A0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84B307-FB35-F6B1-19E0-F37B75E2F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6901C-C015-EBFE-D3AB-74B6F582E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4B81-7DEB-47C1-9394-2E9D1A49F0C8}" type="datetimeFigureOut">
              <a:rPr lang="en-MY" smtClean="0"/>
              <a:t>28-11-25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628505-50EC-7953-8572-0A1E7CC85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E7DD2B-FD5A-D417-EAFF-A8DD821FA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5DEE-AADB-4AC3-8A17-4FF0094048F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56359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946F8-9AE4-A49B-633D-050B74B45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402EBF-0FB2-3FFE-100C-324809626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2B62D5-4DCC-32B2-6555-ABC0CA90F7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1A76BB-E3C8-DFB6-A064-30A59F20A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76249A-2B10-D1C5-F8D1-7E91955D13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6DDDDC-7E64-7679-A181-71050DBB5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4B81-7DEB-47C1-9394-2E9D1A49F0C8}" type="datetimeFigureOut">
              <a:rPr lang="en-MY" smtClean="0"/>
              <a:t>28-11-25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BF6A73-41C6-0E76-666B-927C33B26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9BF7645-14C1-BB75-6F3D-DDCC3148C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5DEE-AADB-4AC3-8A17-4FF0094048F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48614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0A824-77F9-FB05-9D83-E95C32DA3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F75DF4-AB2E-6E44-A5A4-564B72A85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4B81-7DEB-47C1-9394-2E9D1A49F0C8}" type="datetimeFigureOut">
              <a:rPr lang="en-MY" smtClean="0"/>
              <a:t>28-11-25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F0A2E0-35D7-A574-5319-233209192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3A3868-5438-C799-52C1-039389193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5DEE-AADB-4AC3-8A17-4FF0094048F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22132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9D2740-2867-48DE-8A87-070C62D59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4B81-7DEB-47C1-9394-2E9D1A49F0C8}" type="datetimeFigureOut">
              <a:rPr lang="en-MY" smtClean="0"/>
              <a:t>28-11-25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9DCA6E-4688-9545-81F6-6451FCA1D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3D96E-CFD3-C951-6831-8E2EDC083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5DEE-AADB-4AC3-8A17-4FF0094048F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21861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42443-FF34-8963-BDB9-6F338232C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BE4CD4-160C-4410-B777-80982F696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DBDB82-6B4C-3A55-604F-BE32ED9EE2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BC0B99-3C61-0426-8A89-A40B1DB73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4B81-7DEB-47C1-9394-2E9D1A49F0C8}" type="datetimeFigureOut">
              <a:rPr lang="en-MY" smtClean="0"/>
              <a:t>28-11-25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D78AF5-AD93-AEA1-774C-06E4FE367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DD9C07-41B3-688C-07D6-29E56D540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5DEE-AADB-4AC3-8A17-4FF0094048F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74759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43779-8347-CA5E-DB56-0D7C019EC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467D7A-CA25-3ED8-CC1B-ED9EB8F819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5C92AD-9D83-EC0E-C605-9DA7908D6F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1E7989-B7B2-5887-0DC3-5D7BF3A70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4B81-7DEB-47C1-9394-2E9D1A49F0C8}" type="datetimeFigureOut">
              <a:rPr lang="en-MY" smtClean="0"/>
              <a:t>28-11-25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A9E08-6791-F909-C985-15C191E62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9849A-43A4-DF8E-85DB-414A72B0B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5DEE-AADB-4AC3-8A17-4FF0094048F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04152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B7015-9D2B-4EA7-543F-86C35216D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6C9A81-57E2-8C94-BE42-822F3BBC6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826FB4-53BA-DBDF-9212-B456CF4F9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4B81-7DEB-47C1-9394-2E9D1A49F0C8}" type="datetimeFigureOut">
              <a:rPr lang="en-MY" smtClean="0"/>
              <a:t>28-11-25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83AEC-F225-62B3-79CE-DC4BE6236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95BEC-B56B-EC47-52FB-0D6E276FF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5DEE-AADB-4AC3-8A17-4FF0094048F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88217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AA10DE-67BD-7744-D8D7-25D436F3B9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33143B-F52D-CC0D-2517-E21FC69A8E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7C68-30C5-8AAD-E342-6DD81AA53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64B81-7DEB-47C1-9394-2E9D1A49F0C8}" type="datetimeFigureOut">
              <a:rPr lang="en-MY" smtClean="0"/>
              <a:t>28-11-25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CE814-5D05-631B-B5B9-E56C904D1D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883C8-7309-9F99-9BC6-CB43E33DF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FF5DEE-AADB-4AC3-8A17-4FF0094048F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68311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BB1A89-7DDE-802A-1695-B10B89FC3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F792A-7AC4-254B-2F18-6D58627F25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C29713-2120-AB88-B4F7-361B1C0A0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E64B81-7DEB-47C1-9394-2E9D1A49F0C8}" type="datetimeFigureOut">
              <a:rPr lang="en-MY" smtClean="0"/>
              <a:t>28-11-25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5C5C2-16B0-2207-F41D-B273356FDD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EFB81F-22FA-6D1A-0FC1-83CDD04D2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FF5DEE-AADB-4AC3-8A17-4FF0094048F5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87341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53EAF-1BE8-266C-D404-3F49C4613B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130B16-CDF8-A9CA-4957-7C27632F716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445640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Dennis Tee</dc:creator>
  <cp:lastModifiedBy>Dennis Tee</cp:lastModifiedBy>
  <cp:revision>1</cp:revision>
  <dcterms:created xsi:type="dcterms:W3CDTF">2025-11-27T16:38:16Z</dcterms:created>
  <dcterms:modified xsi:type="dcterms:W3CDTF">2025-11-27T16:38:39Z</dcterms:modified>
</cp:coreProperties>
</file>